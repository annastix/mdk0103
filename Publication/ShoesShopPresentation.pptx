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D9E4E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1224" y="-5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425266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accent1">
                <a:alpha val="24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9300" y="1744981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ShoesShop</a:t>
            </a:r>
            <a:endParaRPr 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816672" y="2468881"/>
            <a:ext cx="3524577" cy="23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Архитектура, технологии и реализация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461140" y="2842260"/>
            <a:ext cx="2093839" cy="186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Android Studio • Kotlin • MVVM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196340" y="134355"/>
            <a:ext cx="666920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и науки Нижегородской области</a:t>
            </a:r>
            <a:endParaRPr lang="ru-RU" sz="12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2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2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2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628781" y="4449349"/>
            <a:ext cx="15909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spcAft>
                <a:spcPts val="0"/>
              </a:spcAft>
            </a:pP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marL="180340" marR="180340" algn="ctr">
              <a:spcAft>
                <a:spcPts val="0"/>
              </a:spcAft>
            </a:pP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2025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Text 3"/>
          <p:cNvSpPr/>
          <p:nvPr/>
        </p:nvSpPr>
        <p:spPr>
          <a:xfrm>
            <a:off x="789500" y="3310780"/>
            <a:ext cx="2215759" cy="67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 </a:t>
            </a:r>
          </a:p>
          <a:p>
            <a:pPr>
              <a:defRPr/>
            </a:pP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Зенкина Анастасия Романовна</a:t>
            </a:r>
          </a:p>
          <a:p>
            <a:pPr>
              <a:defRPr/>
            </a:pP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Студентка группы ИС-22А</a:t>
            </a:r>
            <a:endParaRPr lang="ru-RU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4328" y="1249584"/>
            <a:ext cx="7620059" cy="2766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180000">
              <a:spcBef>
                <a:spcPts val="600"/>
              </a:spcBef>
              <a:buFont typeface="Arial" pitchFamily="34" charset="0"/>
              <a:buChar char="•"/>
            </a:pPr>
            <a:r>
              <a:rPr lang="ru-RU" sz="1400" b="1" dirty="0" smtClean="0">
                <a:solidFill>
                  <a:srgbClr val="0284C7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Платформа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Android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с поддержкой версий от 33 до 36 SDK, что охватывает большинство актуальных устройств.</a:t>
            </a:r>
          </a:p>
          <a:p>
            <a:pPr indent="180000">
              <a:spcBef>
                <a:spcPts val="600"/>
              </a:spcBef>
              <a:buFont typeface="Arial" pitchFamily="34" charset="0"/>
              <a:buChar char="•"/>
            </a:pPr>
            <a:r>
              <a:rPr lang="ru-RU" sz="1400" b="1" dirty="0" smtClean="0">
                <a:solidFill>
                  <a:srgbClr val="0284C7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Язык разработки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Kotlin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современный и безопасный язык для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Android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который позволяет писать меньше кода и избежать множества распространённых ошибок.</a:t>
            </a:r>
          </a:p>
          <a:p>
            <a:pPr indent="180000">
              <a:spcBef>
                <a:spcPts val="600"/>
              </a:spcBef>
              <a:buFont typeface="Arial" pitchFamily="34" charset="0"/>
              <a:buChar char="•"/>
            </a:pPr>
            <a:r>
              <a:rPr lang="ru-RU" sz="1400" b="1" dirty="0" smtClean="0">
                <a:solidFill>
                  <a:srgbClr val="0284C7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Архитектура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— MVVM (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Model-View-ViewModel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), которая обеспечивает чистоту кода, разделение ответственности и простоту тестирования.</a:t>
            </a:r>
          </a:p>
          <a:p>
            <a:pPr indent="180000">
              <a:spcBef>
                <a:spcPts val="600"/>
              </a:spcBef>
              <a:buFont typeface="Arial" pitchFamily="34" charset="0"/>
              <a:buChar char="•"/>
            </a:pPr>
            <a:r>
              <a:rPr lang="ru-RU" sz="1400" b="1" dirty="0" smtClean="0">
                <a:solidFill>
                  <a:srgbClr val="0284C7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Хранилище данных локально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1400" dirty="0" smtClean="0"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используется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SharedPreferences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для сохранения пользовательских настроек и состояния.</a:t>
            </a:r>
          </a:p>
          <a:p>
            <a:pPr indent="180000">
              <a:spcBef>
                <a:spcPts val="600"/>
              </a:spcBef>
              <a:buFont typeface="Arial" pitchFamily="34" charset="0"/>
              <a:buChar char="•"/>
            </a:pPr>
            <a:r>
              <a:rPr lang="ru-RU" sz="1400" b="1" dirty="0" smtClean="0">
                <a:solidFill>
                  <a:srgbClr val="0284C7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HTTP-клиент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Retrofit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самая популярная библиотека для работы с REST API в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Android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indent="180000">
              <a:spcBef>
                <a:spcPts val="600"/>
              </a:spcBef>
              <a:buFont typeface="Arial" pitchFamily="34" charset="0"/>
              <a:buChar char="•"/>
            </a:pPr>
            <a:r>
              <a:rPr lang="ru-RU" sz="1400" b="1" dirty="0" smtClean="0">
                <a:solidFill>
                  <a:srgbClr val="0284C7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База данных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— облачная платформа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Supabase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на базе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PostgreSQL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что обеспечивает надёжное хранение данных товаров, пользователей и заказов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400" dirty="0" smtClean="0">
                <a:latin typeface="Times New Roman" pitchFamily="18" charset="0"/>
                <a:cs typeface="Times New Roman" pitchFamily="18" charset="0"/>
              </a:rPr>
            </a:br>
            <a:endParaRPr lang="en-US" sz="1400" dirty="0" err="1">
              <a:latin typeface="Times New Roman" pitchFamily="18" charset="0"/>
              <a:ea typeface="Arial" pitchFamily="34" charset="-122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358045"/>
            <a:ext cx="9144000" cy="716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28000">
              <a:lnSpc>
                <a:spcPts val="3240"/>
              </a:lnSpc>
            </a:pPr>
            <a:r>
              <a:rPr lang="en-US" sz="2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Обзор приложения</a:t>
            </a:r>
            <a:r>
              <a:rPr lang="ru-RU" sz="2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 </a:t>
            </a:r>
            <a:r>
              <a:rPr lang="ru-RU" sz="2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- Технические характеристики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xmlns="" id="{2EC123D3-6AEA-E07A-AF45-81E34405D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43" y="1260442"/>
            <a:ext cx="6528031" cy="3743607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358045"/>
            <a:ext cx="9144000" cy="716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28000">
              <a:lnSpc>
                <a:spcPts val="3240"/>
              </a:lnSpc>
            </a:pPr>
            <a:r>
              <a:rPr lang="ru-RU" sz="32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Диаграмма</a:t>
            </a:r>
            <a:r>
              <a:rPr lang="ru-RU" sz="32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вариантов использования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318165"/>
            <a:ext cx="7924803" cy="1037564"/>
          </a:xfrm>
          <a:prstGeom prst="rect">
            <a:avLst/>
          </a:prstGeom>
          <a:solidFill>
            <a:srgbClr val="D9E4E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585" y="2508101"/>
            <a:ext cx="7924803" cy="1037564"/>
          </a:xfrm>
          <a:prstGeom prst="rect">
            <a:avLst/>
          </a:prstGeom>
          <a:solidFill>
            <a:srgbClr val="D9E4E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585" y="3698036"/>
            <a:ext cx="7924803" cy="1037564"/>
          </a:xfrm>
          <a:prstGeom prst="rect">
            <a:avLst/>
          </a:prstGeom>
          <a:solidFill>
            <a:srgbClr val="D9E4E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38142" y="1546722"/>
            <a:ext cx="7617042" cy="274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Model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38142" y="1935231"/>
            <a:ext cx="7617042" cy="191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Данные товаров, заказов, пользователей. 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38142" y="2736659"/>
            <a:ext cx="7617042" cy="274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ViewModel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38142" y="3125167"/>
            <a:ext cx="7617042" cy="191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Бизнес-логика, состояние UI. 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38142" y="3926595"/>
            <a:ext cx="7617042" cy="274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View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38142" y="4315103"/>
            <a:ext cx="7617042" cy="191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Fragments, Compose UI. Отображение данных.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358045"/>
            <a:ext cx="9144000" cy="716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28000">
              <a:lnSpc>
                <a:spcPts val="3240"/>
              </a:lnSpc>
            </a:pPr>
            <a:r>
              <a:rPr lang="en-US" sz="32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Архитектура MVVM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06765" y="1302940"/>
            <a:ext cx="8083299" cy="26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52"/>
              </a:lnSpc>
              <a:buNone/>
            </a:pPr>
            <a:r>
              <a:rPr lang="en-US" sz="1400" b="1" dirty="0">
                <a:solidFill>
                  <a:srgbClr val="0284C7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Coil3</a:t>
            </a:r>
            <a:r>
              <a:rPr lang="en-US" sz="1400" dirty="0">
                <a:solidFill>
                  <a:srgbClr val="47556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— загрузка и кэширование изображений товаров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06765" y="1639673"/>
            <a:ext cx="8083299" cy="26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52"/>
              </a:lnSpc>
              <a:buNone/>
            </a:pPr>
            <a:r>
              <a:rPr lang="en-US" sz="1400" b="1" dirty="0">
                <a:solidFill>
                  <a:srgbClr val="0284C7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Accompanist Pager</a:t>
            </a:r>
            <a:r>
              <a:rPr lang="en-US" sz="1400" dirty="0">
                <a:solidFill>
                  <a:srgbClr val="47556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— горизонтальная прокрутка фото товара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06764" y="2006886"/>
            <a:ext cx="8083299" cy="26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52"/>
              </a:lnSpc>
              <a:buNone/>
            </a:pPr>
            <a:r>
              <a:rPr lang="en-US" sz="1400" b="1" dirty="0">
                <a:solidFill>
                  <a:srgbClr val="0284C7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Swipe</a:t>
            </a:r>
            <a:r>
              <a:rPr lang="en-US" sz="1400" dirty="0">
                <a:solidFill>
                  <a:srgbClr val="47556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— свайп-жесты (удаление из корзины)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358045"/>
            <a:ext cx="9144000" cy="716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28000">
              <a:lnSpc>
                <a:spcPts val="3240"/>
              </a:lnSpc>
            </a:pPr>
            <a:r>
              <a:rPr lang="en-US" sz="3200" b="1" dirty="0" err="1" smtClean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Ключевые</a:t>
            </a:r>
            <a:r>
              <a:rPr lang="en-US" sz="32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библиотеки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91526" y="1295304"/>
            <a:ext cx="7828669" cy="304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00" b="1" dirty="0" smtClean="0">
                <a:solidFill>
                  <a:srgbClr val="0284C7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Coil3:</a:t>
            </a:r>
          </a:p>
          <a:p>
            <a:pPr indent="180000">
              <a:buFont typeface="Arial" pitchFamily="34" charset="0"/>
              <a:buChar char="•"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Автоматически кэширует изображения в памяти и на диск</a:t>
            </a:r>
          </a:p>
          <a:p>
            <a:pPr indent="180000">
              <a:buFont typeface="Arial" pitchFamily="34" charset="0"/>
              <a:buChar char="•"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Это уменьшает трафик мобильной сети</a:t>
            </a:r>
          </a:p>
          <a:p>
            <a:pPr indent="180000">
              <a:buFont typeface="Arial" pitchFamily="34" charset="0"/>
              <a:buChar char="•"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При прокрутке списка товаров фотографии загружаются мгновенно, так как уже в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кэше</a:t>
            </a:r>
            <a:endParaRPr lang="ru-RU" sz="1400" dirty="0" smtClean="0">
              <a:latin typeface="Times New Roman" pitchFamily="18" charset="0"/>
              <a:cs typeface="Times New Roman" pitchFamily="18" charset="0"/>
            </a:endParaRPr>
          </a:p>
          <a:p>
            <a:pPr indent="180000">
              <a:buFont typeface="Arial" pitchFamily="34" charset="0"/>
              <a:buChar char="•"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Он очень лёгкий и быстрый</a:t>
            </a:r>
          </a:p>
          <a:p>
            <a:r>
              <a:rPr lang="ru-RU" sz="1400" b="1" dirty="0" err="1" smtClean="0">
                <a:solidFill>
                  <a:srgbClr val="0284C7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Pager</a:t>
            </a:r>
            <a:r>
              <a:rPr lang="ru-RU" sz="1400" b="1" dirty="0" smtClean="0">
                <a:solidFill>
                  <a:srgbClr val="0284C7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:</a:t>
            </a:r>
          </a:p>
          <a:p>
            <a:pPr indent="180000">
              <a:buFont typeface="Arial" pitchFamily="34" charset="0"/>
              <a:buChar char="•"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Горизонтальной прокрутки нескольких фото одного товара</a:t>
            </a:r>
          </a:p>
          <a:p>
            <a:pPr indent="180000">
              <a:buFont typeface="Arial" pitchFamily="34" charset="0"/>
              <a:buChar char="•"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Создания удобной карусели изображений, как в популярных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онлайн-магазинах</a:t>
            </a:r>
            <a:endParaRPr lang="ru-RU" sz="1400" dirty="0" smtClean="0">
              <a:latin typeface="Times New Roman" pitchFamily="18" charset="0"/>
              <a:cs typeface="Times New Roman" pitchFamily="18" charset="0"/>
            </a:endParaRPr>
          </a:p>
          <a:p>
            <a:pPr indent="180000">
              <a:buFont typeface="Arial" pitchFamily="34" charset="0"/>
              <a:buChar char="•"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Пользователь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свайпит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влево и вправо, чтобы увидеть товар со всех сторон</a:t>
            </a:r>
          </a:p>
          <a:p>
            <a:r>
              <a:rPr lang="ru-RU" sz="1400" b="1" dirty="0" err="1" smtClean="0">
                <a:solidFill>
                  <a:srgbClr val="0284C7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Swipe</a:t>
            </a:r>
            <a:r>
              <a:rPr lang="ru-RU" sz="1400" b="1" dirty="0" smtClean="0">
                <a:solidFill>
                  <a:srgbClr val="0284C7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:</a:t>
            </a:r>
          </a:p>
          <a:p>
            <a:pPr indent="180000">
              <a:buFont typeface="Arial" pitchFamily="34" charset="0"/>
              <a:buChar char="•"/>
            </a:pP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Свайп-жесты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по элементам списка в корзине</a:t>
            </a:r>
          </a:p>
          <a:p>
            <a:pPr indent="180000">
              <a:buFont typeface="Arial" pitchFamily="34" charset="0"/>
              <a:buChar char="•"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При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свайпе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вправо или влево можно удалить товар, изменить количество</a:t>
            </a:r>
          </a:p>
          <a:p>
            <a:pPr indent="180000">
              <a:buFont typeface="Arial" pitchFamily="34" charset="0"/>
              <a:buChar char="•"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Это очень удобно и привычно для пользователей мобильных приложений</a:t>
            </a:r>
          </a:p>
          <a:p>
            <a:pPr indent="180000">
              <a:buFont typeface="Arial" pitchFamily="34" charset="0"/>
              <a:buChar char="•"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Экономит место на экране, не требуя отдельных кнопок</a:t>
            </a:r>
          </a:p>
          <a:p>
            <a:r>
              <a:rPr lang="ru-RU" sz="1400" dirty="0" smtClean="0"/>
              <a:t/>
            </a:r>
            <a:br>
              <a:rPr lang="ru-RU" sz="1400" dirty="0" smtClean="0"/>
            </a:br>
            <a:endParaRPr lang="ru-RU" sz="1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358045"/>
            <a:ext cx="9144000" cy="716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28000">
              <a:lnSpc>
                <a:spcPts val="3240"/>
              </a:lnSpc>
            </a:pPr>
            <a:r>
              <a:rPr lang="en-US" sz="3200" b="1" dirty="0" err="1" smtClean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Почему</a:t>
            </a:r>
            <a:r>
              <a:rPr lang="en-US" sz="32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эти</a:t>
            </a:r>
            <a:r>
              <a:rPr lang="en-US" sz="32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библиотеки</a:t>
            </a:r>
            <a:r>
              <a:rPr lang="en-US" sz="32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?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9300" y="1744981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ShoesShop</a:t>
            </a:r>
            <a:endParaRPr 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816672" y="2468881"/>
            <a:ext cx="3524577" cy="23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Архитектура, технологии и реализация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461140" y="2842260"/>
            <a:ext cx="2093839" cy="186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Android Studio • Kotlin • MVVM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196340" y="134355"/>
            <a:ext cx="666920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и науки Нижегородской области</a:t>
            </a:r>
            <a:endParaRPr lang="ru-RU" sz="12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2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2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2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628781" y="4449349"/>
            <a:ext cx="15909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spcAft>
                <a:spcPts val="0"/>
              </a:spcAft>
            </a:pP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marL="180340" marR="180340" algn="ctr">
              <a:spcAft>
                <a:spcPts val="0"/>
              </a:spcAft>
            </a:pP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2025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Text 3"/>
          <p:cNvSpPr/>
          <p:nvPr/>
        </p:nvSpPr>
        <p:spPr>
          <a:xfrm>
            <a:off x="789500" y="3310780"/>
            <a:ext cx="2215759" cy="67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 </a:t>
            </a:r>
          </a:p>
          <a:p>
            <a:pPr>
              <a:defRPr/>
            </a:pP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Зенкина Анастасия Романовна</a:t>
            </a:r>
          </a:p>
          <a:p>
            <a:pPr>
              <a:defRPr/>
            </a:pP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Студентка группы ИС-22А</a:t>
            </a:r>
            <a:endParaRPr lang="ru-RU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230</Words>
  <Application>Microsoft Office PowerPoint</Application>
  <PresentationFormat>Экран (16:9)</PresentationFormat>
  <Paragraphs>66</Paragraphs>
  <Slides>7</Slides>
  <Notes>7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Office Theme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</vt:vector>
  </TitlesOfParts>
  <Company>Perplexity AI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android242</cp:lastModifiedBy>
  <cp:revision>21</cp:revision>
  <dcterms:created xsi:type="dcterms:W3CDTF">2025-12-19T22:14:17Z</dcterms:created>
  <dcterms:modified xsi:type="dcterms:W3CDTF">2025-12-20T08:22:44Z</dcterms:modified>
</cp:coreProperties>
</file>